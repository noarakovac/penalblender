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0104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ln w="254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65176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 Animacija: Penal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661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Izrada 3D lika i animacije udarca na penal u Blenderu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06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r-HR" sz="14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 Rakovac</a:t>
            </a:r>
            <a:r>
              <a:rPr lang="en-US" sz="14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hr-HR" sz="14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računalna grafika </a:t>
            </a:r>
            <a:r>
              <a:rPr lang="en-US" sz="14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Sadržaj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5544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Uvod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7510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97510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Modeliranje lika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9572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 smtClean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3957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Rigging </a:t>
            </a:r>
            <a:r>
              <a:rPr lang="en-US" sz="17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animiranje</a:t>
            </a: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1635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1635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Animacija</a:t>
            </a: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7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udarac</a:t>
            </a: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penal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23697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23697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Animacija</a:t>
            </a: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7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proslava</a:t>
            </a: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pogotka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65760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6576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Kamere</a:t>
            </a: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montaža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07822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07822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Izvori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49884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4988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91947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49194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Zaključak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154887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Uvod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Ideja projekta: kratka 3D animacija u kojoj lik izvodi udarac na penal, </a:t>
            </a:r>
            <a:r>
              <a:rPr lang="hr-HR" sz="1500" dirty="0" smtClean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inspirirana SP u nogometu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Cilj je kroz cijeli produkcijski proces (modeliranje, materijali, rigging, animacija, montaža, render) primijeniti tehnike računalne grafike obrađene na kolegiju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 je smještena na stadion s travnatim terenom, tribinama i šumom u pozadini</a:t>
            </a:r>
            <a:endParaRPr lang="en-US" sz="1500" dirty="0"/>
          </a:p>
        </p:txBody>
      </p:sp>
      <p:pic>
        <p:nvPicPr>
          <p:cNvPr id="4" name="Image 0" descr="/home/claude/pptx_work/img/wide_ba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9676" y="3246120"/>
            <a:ext cx="568960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4887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8F3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Modeliranje lika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 je izrađen kao jedinstvena poligonska mreža (low-poly pristup) – bez odvojenih objekata za ruke, noge ili glavu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 err="1" smtClean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Jedinstvena</a:t>
            </a:r>
            <a:r>
              <a:rPr lang="en-US" sz="1500" dirty="0" smtClean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mreža pojednostavljuje kasniji rigging, jer se cijeli lik animira preko </a:t>
            </a:r>
            <a:r>
              <a:rPr lang="en-US" sz="15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jednog</a:t>
            </a: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kostura</a:t>
            </a:r>
            <a:endParaRPr lang="hr-HR" sz="1500" dirty="0" smtClean="0">
              <a:solidFill>
                <a:srgbClr val="1B1B1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FontTx/>
              <a:buChar char="•"/>
            </a:pPr>
            <a:r>
              <a:rPr lang="en-US" sz="15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</a:t>
            </a: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</a:t>
            </a: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izrađen</a:t>
            </a: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teksturom</a:t>
            </a: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5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svakoj</a:t>
            </a: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plohi</a:t>
            </a: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5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poligonu</a:t>
            </a: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5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mreže</a:t>
            </a: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ručno</a:t>
            </a: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 </a:t>
            </a:r>
            <a:r>
              <a:rPr lang="en-US" sz="15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dodijeljena</a:t>
            </a: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vlastita</a:t>
            </a: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boja</a:t>
            </a: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čime</a:t>
            </a: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 </a:t>
            </a:r>
            <a:r>
              <a:rPr lang="en-US" sz="15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uzorak</a:t>
            </a: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oblikovan</a:t>
            </a: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izravno</a:t>
            </a: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mreži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54887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3330429"/>
            <a:ext cx="4536977" cy="3024651"/>
          </a:xfrm>
          <a:prstGeom prst="rect">
            <a:avLst/>
          </a:prstGeom>
        </p:spPr>
      </p:pic>
      <p:pic>
        <p:nvPicPr>
          <p:cNvPr id="6" name="Image 0" descr="/home/claude/pptx_work/img/jersey_closeu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822" y="3330429"/>
            <a:ext cx="5377158" cy="30246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Rigging i animiranje poza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Kostur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izraden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pomoću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alata Mixamo (Adobe) – model lika je učitan u Mixamo, koji automatski generira kostur prilagođen njegovoj anatomiji (auto-rigging)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udarac na penal svaka ključna poza postavljena je ručno u Blenderu – rotacijom kostiju, uz resetiranje poze prije postavljanja svake sljedeće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proslavu pogotka iskorištena je gotova animacija iz Mixamove knjižnice animacija, čiji su keyframeovi kostura primijenjeni na kostur vlastitog modela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54887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Animacija – udarac na penal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Animacija je izrađena tehnikom ključnih kadrova (keyframe animacija)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Ključni trenuci pokreta: početni stav → zalet → zamah noge → kontakt s loptom → završni </a:t>
            </a:r>
            <a:r>
              <a:rPr lang="en-US" sz="15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pokret</a:t>
            </a: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Paralelno s nogom animirana je i lopta, usklađena s trenutkom kontakta kako bi let prema golu </a:t>
            </a:r>
            <a:r>
              <a:rPr lang="en-US" sz="15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djelovao</a:t>
            </a: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sz="1500" dirty="0" smtClean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realistično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Ukupno 210 keyframeova u animaciji; interpolacija modela postavljena je na Ease (za glatke, prirodne prijelaze pokreta)</a:t>
            </a:r>
            <a:endParaRPr lang="en-US" sz="1500" dirty="0"/>
          </a:p>
        </p:txBody>
      </p:sp>
      <p:pic>
        <p:nvPicPr>
          <p:cNvPr id="4" name="Image 0" descr="/home/claude/pptx_work/img/anticip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0956" y="3337560"/>
            <a:ext cx="552704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4887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8F3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Animacija – proslava pogotka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Nakon udarca slijedi zasebna </a:t>
            </a:r>
            <a:r>
              <a:rPr lang="en-US" sz="15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animacija</a:t>
            </a: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proslave</a:t>
            </a:r>
            <a:endParaRPr lang="hr-HR" sz="1500" dirty="0" smtClean="0">
              <a:solidFill>
                <a:srgbClr val="1B1B1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 smtClean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 </a:t>
            </a: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animacija ima svoj vlastiti set ključnih kadrova, neovisan o animaciji udarca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Snimljena je ptičjom perspektivom (bird's-eye view), što proslavi </a:t>
            </a:r>
            <a:r>
              <a:rPr lang="en-US" sz="15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daje</a:t>
            </a: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dinamičniji</a:t>
            </a:r>
            <a:r>
              <a:rPr lang="en-US" sz="1500" dirty="0" smtClean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dojam</a:t>
            </a:r>
            <a:endParaRPr lang="en-US" sz="1500" dirty="0"/>
          </a:p>
        </p:txBody>
      </p:sp>
      <p:pic>
        <p:nvPicPr>
          <p:cNvPr id="4" name="Image 0" descr="/home/claude/pptx_work/img/celebr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8396" y="3154680"/>
            <a:ext cx="585216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4887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Kamere i montaža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Finalna scena snimljena je kroz više kutova: širi kadar terena, krupni plan zaleta i udarca, krupni plan lopte kraj grede, ptičja perspektiva proslave, završni krupni plan gola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Promjena kutova doprinosi dinamičnijem prikazu cijele sekvence, slično filmskoj montaži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 je animirana s Constant interpolacijom – umjesto glatkog prijelaza, pozicija/kut kamere trenutno "skoči" na sljedeći keyframe, čime nastaje efekt reza (cut) sličan promjeni kamere</a:t>
            </a:r>
            <a:endParaRPr lang="en-US" sz="1500" dirty="0"/>
          </a:p>
        </p:txBody>
      </p:sp>
      <p:pic>
        <p:nvPicPr>
          <p:cNvPr id="4" name="Image 0" descr="/home/claude/pptx_work/img/ball_near_go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0956" y="3337560"/>
            <a:ext cx="552704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4887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Izvori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10881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Oblik/geometrija lika – polazište: "Creating Stylized Low Poly Characters in Blender", YouTube, youtube.com/watch?v=-XYryP_GU8o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hr-HR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Materijali s predavanja i vježbi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Kostur i animacija proslave – Mixamo (mixamo.com), Adobe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Blender dokumentacija – docs.blender.org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Pozadina (HDRI) – "Lilienstein", Poly Haven, polyhaven.com/a/lilienstein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54887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8F3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10881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Rezolucija: 1920 × 1080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sličice u sekundi, ukupno 210 sličica → 8.75 sekundi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engine: </a:t>
            </a:r>
            <a:r>
              <a:rPr lang="hr-HR" sz="1500" dirty="0" smtClean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Eevee</a:t>
            </a:r>
            <a:endParaRPr lang="en-US" sz="1500" dirty="0"/>
          </a:p>
        </p:txBody>
      </p:sp>
      <p:pic>
        <p:nvPicPr>
          <p:cNvPr id="4" name="Image 0" descr="/home/claude/pptx_work/img/final_go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0956" y="3337560"/>
            <a:ext cx="552704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4887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Zaključak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Izradom projekta primijenjene su osnovne tehnike računalne grafike: modeliranje, rigging, animacija, montaža i render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Najveći izazovi bili su prirodan zamah noge, izbjegavanje deformacije mreže na zglobovima te usklađivanje udarca s letom lopte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Moguća poboljšanja: fizikalna simulacija lopte (Rigid Body), detaljnija tekstura terena i stadiona, dodatne animacije (npr. reakcija publike)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54887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3291840" cy="329184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Hvala na pažnji!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604</Words>
  <Application>Microsoft Office PowerPoint</Application>
  <PresentationFormat>Widescreen</PresentationFormat>
  <Paragraphs>84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Noa Rakovac</cp:lastModifiedBy>
  <cp:revision>19</cp:revision>
  <dcterms:created xsi:type="dcterms:W3CDTF">2026-09-14T19:26:47Z</dcterms:created>
  <dcterms:modified xsi:type="dcterms:W3CDTF">2026-09-14T21:17:22Z</dcterms:modified>
</cp:coreProperties>
</file>